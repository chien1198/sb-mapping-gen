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7" r:id="rId1"/>
  </p:sldMasterIdLst>
  <p:notesMasterIdLst>
    <p:notesMasterId r:id="rId5"/>
  </p:notesMasterIdLst>
  <p:handoutMasterIdLst>
    <p:handoutMasterId r:id="rId6"/>
  </p:handoutMasterIdLst>
  <p:sldIdLst>
    <p:sldId id="287" r:id="rId2"/>
    <p:sldId id="288" r:id="rId3"/>
    <p:sldId id="6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h LV" initials="LL" lastIdx="3" clrIdx="0"/>
  <p:cmAuthor id="2" name="User" initials="U" lastIdx="4" clrIdx="1"/>
  <p:cmAuthor id="3" name="Admin" initials="A" lastIdx="1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23B"/>
    <a:srgbClr val="C00000"/>
    <a:srgbClr val="3C6EC8"/>
    <a:srgbClr val="F7F7F7"/>
    <a:srgbClr val="141ED2"/>
    <a:srgbClr val="000099"/>
    <a:srgbClr val="7BB41E"/>
    <a:srgbClr val="EB2D4B"/>
    <a:srgbClr val="336699"/>
    <a:srgbClr val="459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75307-9800-CE47-982C-8AE7587765FA}" v="13" dt="2025-05-29T11:52:02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9423" autoAdjust="0"/>
  </p:normalViewPr>
  <p:slideViewPr>
    <p:cSldViewPr snapToGrid="0">
      <p:cViewPr varScale="1">
        <p:scale>
          <a:sx n="100" d="100"/>
          <a:sy n="100" d="100"/>
        </p:scale>
        <p:origin x="648" y="1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1896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EDB2C75E-3E7B-4859-A592-FF23A4AF1F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948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593A021-CD8B-40B1-9EEF-03DA2E30AAF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6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3D7A1C8-49DA-44C4-8F90-334C5C536C54}" type="slidenum">
              <a:rPr lang="de-DE" smtClean="0"/>
              <a:pPr eaLnBrk="1" hangingPunct="1"/>
              <a:t>1</a:t>
            </a:fld>
            <a:endParaRPr lang="de-DE"/>
          </a:p>
        </p:txBody>
      </p:sp>
      <p:sp>
        <p:nvSpPr>
          <p:cNvPr id="3174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24" tIns="47416" rIns="94824" bIns="47416" anchor="b"/>
          <a:lstStyle>
            <a:lvl1pPr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EC77D827-7F6F-40F5-808F-F7C970689408}" type="slidenum">
              <a:rPr lang="en-GB" sz="1300"/>
              <a:pPr algn="r" eaLnBrk="1" hangingPunct="1"/>
              <a:t>1</a:t>
            </a:fld>
            <a:endParaRPr lang="en-GB" sz="1300"/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24" tIns="47416" rIns="94824" bIns="47416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586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93A021-CD8B-40B1-9EEF-03DA2E30AAF4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6458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13653" y="638585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AutoShape 2" descr="Outlook">
            <a:extLst>
              <a:ext uri="{FF2B5EF4-FFF2-40B4-BE49-F238E27FC236}">
                <a16:creationId xmlns:a16="http://schemas.microsoft.com/office/drawing/2014/main" id="{F95815DA-0D72-41DD-BF2C-4BBC9879DBD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 descr="Outlook">
            <a:extLst>
              <a:ext uri="{FF2B5EF4-FFF2-40B4-BE49-F238E27FC236}">
                <a16:creationId xmlns:a16="http://schemas.microsoft.com/office/drawing/2014/main" id="{D5F6EC4B-3BE8-49CE-AB07-B2BAC7CB207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07975" y="7937"/>
            <a:ext cx="1675570" cy="167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8853" y="63582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4009348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08953" y="64039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153" y="64039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337255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13653" y="642669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8853" y="642669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318641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8959" y="637042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64159" y="63704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10408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3959" y="642986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99159" y="64298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57988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93053" y="64280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8253" y="64280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106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08953" y="64039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153" y="64039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3990862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9259" y="639582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94459" y="639084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7998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08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70737" y="964552"/>
            <a:ext cx="6571031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600" b="1" kern="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  <a:ea typeface="+mj-ea"/>
                <a:cs typeface="+mj-cs"/>
              </a:rPr>
              <a:t>TRÌNH BÀY THIẾT KẾ</a:t>
            </a:r>
            <a:endParaRPr lang="en-US" sz="4600" b="1" kern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2414" y="5019776"/>
            <a:ext cx="10369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kern="0" dirty="0">
                <a:solidFill>
                  <a:srgbClr val="7030A0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</a:rPr>
              <a:t>09/09/2026</a:t>
            </a:r>
            <a:endParaRPr lang="en-US" sz="2400" b="1" kern="0" dirty="0">
              <a:solidFill>
                <a:srgbClr val="7030A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47C9D-C96D-49B3-A3FE-6A615ABE1EAD}"/>
              </a:ext>
            </a:extLst>
          </p:cNvPr>
          <p:cNvSpPr/>
          <p:nvPr/>
        </p:nvSpPr>
        <p:spPr>
          <a:xfrm>
            <a:off x="474562" y="2488557"/>
            <a:ext cx="108570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1200"/>
              </a:spcBef>
              <a:spcAft>
                <a:spcPts val="1200"/>
              </a:spcAft>
              <a:defRPr/>
            </a:pPr>
            <a:r>
              <a:rPr lang="vi-VN" sz="3000" b="1" kern="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  <a:ea typeface="+mj-ea"/>
                <a:cs typeface="+mj-cs"/>
              </a:rPr>
              <a:t>SEABANK - XÂY DỰNG HỆ THỐNG DATAMART </a:t>
            </a:r>
          </a:p>
          <a:p>
            <a:pPr algn="ctr" fontAlgn="auto">
              <a:spcBef>
                <a:spcPts val="1200"/>
              </a:spcBef>
              <a:spcAft>
                <a:spcPts val="1200"/>
              </a:spcAft>
              <a:defRPr/>
            </a:pPr>
            <a:r>
              <a:rPr lang="vi-VN" sz="3000" b="1" kern="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  <a:ea typeface="+mj-ea"/>
                <a:cs typeface="+mj-cs"/>
              </a:rPr>
              <a:t>CHO KHỐI PHÊ DUYỆT TÍN DỤNG</a:t>
            </a:r>
            <a:endParaRPr lang="en-US" sz="3000" b="1" kern="0" dirty="0">
              <a:solidFill>
                <a:schemeClr val="bg1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Palatino Linotype"/>
              <a:ea typeface="+mj-ea"/>
              <a:cs typeface="+mj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use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434113-13A0-4F93-866E-765204A491E8}"/>
              </a:ext>
            </a:extLst>
          </p:cNvPr>
          <p:cNvSpPr/>
          <p:nvPr/>
        </p:nvSpPr>
        <p:spPr>
          <a:xfrm>
            <a:off x="4306898" y="262766"/>
            <a:ext cx="35782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b="1" kern="0" dirty="0">
                <a:solidFill>
                  <a:srgbClr val="58911F"/>
                </a:solidFill>
                <a:latin typeface="Palatino Linotype"/>
                <a:ea typeface="+mj-ea"/>
                <a:cs typeface="+mj-cs"/>
              </a:rPr>
              <a:t>NỘI DUNG CHÍNH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use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4973DB7-3B8C-6008-DC1B-14B4ECB9A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456" y="3150911"/>
            <a:ext cx="8447088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rgbClr val="000099"/>
                </a:solidFill>
                <a:latin typeface="Palatino Linotype" panose="02040502050505030304" pitchFamily="18" charset="0"/>
              </a:rPr>
              <a:t>XIN TRÂN TRỌNG CẢM ƠN!</a:t>
            </a:r>
            <a:endParaRPr lang="en-US" sz="3200" b="1" noProof="1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8914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5" id="{292F2F9E-6D47-47A6-A300-5C5A93DCFF8D}" vid="{F434866E-C160-45C2-B384-42A2F41D682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Mau Slide</Template>
  <TotalTime>37612</TotalTime>
  <Words>42</Words>
  <Application>Microsoft Macintosh PowerPoint</Application>
  <PresentationFormat>Widescreen</PresentationFormat>
  <Paragraphs>15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Palatino Linotype</vt:lpstr>
      <vt:lpstr>Theme5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TIENPQ</dc:creator>
  <dc:description>PresentationLoad.com</dc:description>
  <cp:lastModifiedBy>Chien Nguyen - FSS HN</cp:lastModifiedBy>
  <cp:revision>2511</cp:revision>
  <cp:lastPrinted>2013-03-22T04:22:41Z</cp:lastPrinted>
  <dcterms:created xsi:type="dcterms:W3CDTF">2007-11-27T23:54:21Z</dcterms:created>
  <dcterms:modified xsi:type="dcterms:W3CDTF">2026-09-08T10:49:52Z</dcterms:modified>
</cp:coreProperties>
</file>